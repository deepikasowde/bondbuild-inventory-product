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9144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7772400" cy="4572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77724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46304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InventoryOpz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423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366F1"/>
                </a:solidFill>
              </a:rPr>
              <a:t>User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0175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Bond Build SG  —  Inventory &amp; Procurement Management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3657600"/>
            <a:ext cx="1280160" cy="256032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Inventory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3657600"/>
            <a:ext cx="1280160" cy="256032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3657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Procurement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3657600"/>
            <a:ext cx="1280160" cy="256032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3657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Projects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3657600"/>
            <a:ext cx="1280160" cy="256032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3657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Analytics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3657600"/>
            <a:ext cx="1280160" cy="256032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657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User Mgmt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120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Powered by Yazhsey Technologies Pte Ltd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18872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3533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📦  Stock Tracking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237744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254203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🛒  Procurement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356616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373075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📊  Analytics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475488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491947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👥  Access Control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InventoryOpz  •  Bond Build SG  •  User Guide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1672" y="6583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Getting Started —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669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Access InventoryOpz with your credentials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InventoryOpz  •  Bond Build SG  •  User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83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2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05840"/>
            <a:ext cx="11612880" cy="5486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11612880" cy="320040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3327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⬤  ⬤  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033271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🔒  inventoryopz.bondbuilds.com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1463040"/>
            <a:ext cx="3931920" cy="4389120"/>
          </a:xfrm>
          <a:prstGeom prst="roundRect">
            <a:avLst>
              <a:gd name="adj" fmla="val 5000"/>
            </a:avLst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1463040"/>
            <a:ext cx="393192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InventoryOpz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02996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Bond Build SG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4688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Email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2724912"/>
            <a:ext cx="3474720" cy="34747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74320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you@bondbuilds.com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4747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Password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730752"/>
            <a:ext cx="3474720" cy="34747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74904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••••••••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4526280"/>
            <a:ext cx="3474720" cy="41148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4526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Sign In 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286000"/>
            <a:ext cx="1737360" cy="777240"/>
          </a:xfrm>
          <a:prstGeom prst="roundRect">
            <a:avLst>
              <a:gd name="adj" fmla="val 5000"/>
            </a:avLst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286000"/>
            <a:ext cx="36576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340864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① Enter your registered
work email address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383280"/>
            <a:ext cx="1737360" cy="777240"/>
          </a:xfrm>
          <a:prstGeom prst="roundRect">
            <a:avLst>
              <a:gd name="adj" fmla="val 5000"/>
            </a:avLst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383280"/>
            <a:ext cx="36576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438144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② Enter your password
(case-sensitive)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389120"/>
            <a:ext cx="1737360" cy="777240"/>
          </a:xfrm>
          <a:prstGeom prst="roundRect">
            <a:avLst>
              <a:gd name="adj" fmla="val 5000"/>
            </a:avLst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389120"/>
            <a:ext cx="36576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443984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③ Click Sign In to
access the system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2286000"/>
            <a:ext cx="1737360" cy="777240"/>
          </a:xfrm>
          <a:prstGeom prst="roundRect">
            <a:avLst>
              <a:gd name="adj" fmla="val 5000"/>
            </a:avLst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12480" y="2286000"/>
            <a:ext cx="36576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2340864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Role-based access:
Admin, Manager, Purchaser
Drafter, Supervisor, QS
Factory In-charge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0" y="3840480"/>
            <a:ext cx="1737360" cy="777240"/>
          </a:xfrm>
          <a:prstGeom prst="roundRect">
            <a:avLst>
              <a:gd name="adj" fmla="val 5000"/>
            </a:avLst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12480" y="3840480"/>
            <a:ext cx="36576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0" y="3895344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Forgot password?
Contact your Admin to
reset via User Mgmt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Home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669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Central hub — KPI overview and quick navigation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InventoryOpz  •  Bond Build SG  •  User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83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3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14400"/>
            <a:ext cx="1645920" cy="56509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914400"/>
            <a:ext cx="36576" cy="56509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" y="1005840"/>
            <a:ext cx="1609344" cy="384048"/>
          </a:xfrm>
          <a:prstGeom prst="rect">
            <a:avLst/>
          </a:prstGeom>
          <a:solidFill>
            <a:srgbClr val="31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" y="1005840"/>
            <a:ext cx="36576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10789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🏠  Home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" y="15179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📦  Stock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" y="19568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🛒  Procurement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" y="2395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📊  Projects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" y="28346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👥 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Welcome back, Admin  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135331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Here's what's happening today across your operations.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1691640"/>
            <a:ext cx="2286000" cy="1051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0" y="1691640"/>
            <a:ext cx="54864" cy="1051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0" y="18013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366F1"/>
                </a:solidFill>
              </a:rPr>
              <a:t>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2103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1,284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24414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Total Items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1691640"/>
            <a:ext cx="2286000" cy="1051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60" y="1691640"/>
            <a:ext cx="54864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18013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B5CF6"/>
                </a:solidFill>
              </a:rPr>
              <a:t>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2103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4414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Open POs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1691640"/>
            <a:ext cx="2286000" cy="1051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75120" y="1691640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18013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9E0B"/>
                </a:solidFill>
              </a:rPr>
              <a:t>⚠️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2103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4414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Low Stock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8280" y="1691640"/>
            <a:ext cx="2286000" cy="1051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691640"/>
            <a:ext cx="54864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0" y="18013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</a:rPr>
              <a:t>🏗️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2103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24414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Active Projects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28800" y="2926080"/>
            <a:ext cx="4572000" cy="1325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828800" y="2926080"/>
            <a:ext cx="54864" cy="1325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11680" y="30632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6366F1"/>
                </a:solidFill>
              </a:rPr>
              <a:t>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0" y="3035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Stock Management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0" y="33832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Track inventory levels,
add items, view stock status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0" y="3429000"/>
            <a:ext cx="1097280" cy="256032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0" y="34290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Open 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75120" y="2926080"/>
            <a:ext cx="4572000" cy="1325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75120" y="2926080"/>
            <a:ext cx="54864" cy="13258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30632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8B5CF6"/>
                </a:solidFill>
              </a:rPr>
              <a:t>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06640" y="3035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Procurement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0" y="33832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Manage PRs and POs,
approve requests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875520" y="3429000"/>
            <a:ext cx="1097280" cy="256032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75520" y="34290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Open 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28800" y="4434840"/>
            <a:ext cx="4572000" cy="1325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828800" y="4434840"/>
            <a:ext cx="54864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11680" y="45720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0B981"/>
                </a:solidFill>
              </a:rPr>
              <a:t>📊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60320" y="45445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Project Progress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60320" y="4892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Financial dashboards,
claimed vs progress charts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29200" y="4937760"/>
            <a:ext cx="1097280" cy="256032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0" y="49377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Open →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675120" y="4434840"/>
            <a:ext cx="4572000" cy="1325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675120" y="4434840"/>
            <a:ext cx="54864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0" y="45720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59E0B"/>
                </a:solidFill>
              </a:rPr>
              <a:t>👥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06640" y="45445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User Management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06640" y="4892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Add users, assign roles
and permissions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875520" y="4937760"/>
            <a:ext cx="1097280" cy="256032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75520" y="49377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Open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Stock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669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Real-time inventory tracking with role-based visibility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InventoryOpz  •  Bond Build SG  •  User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83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4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14400"/>
            <a:ext cx="1645920" cy="56509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914400"/>
            <a:ext cx="36576" cy="56509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10789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🏠  Home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" y="1444752"/>
            <a:ext cx="1609344" cy="384048"/>
          </a:xfrm>
          <a:prstGeom prst="rect">
            <a:avLst/>
          </a:prstGeom>
          <a:solidFill>
            <a:srgbClr val="31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" y="1444752"/>
            <a:ext cx="36576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" y="15179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📦  Stock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" y="19568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🛒  Procurement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" y="2395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📊  Projects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" y="28346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👥  Users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1005840"/>
            <a:ext cx="10058400" cy="457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965960" y="1078992"/>
            <a:ext cx="1325880" cy="301752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65960" y="1078992"/>
            <a:ext cx="1325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+ Add Item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1078992"/>
            <a:ext cx="1325880" cy="301752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078992"/>
            <a:ext cx="1325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Export Excel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480" y="1078992"/>
            <a:ext cx="1325880" cy="301752"/>
          </a:xfrm>
          <a:prstGeom prst="roundRect">
            <a:avLst>
              <a:gd name="adj" fmla="val 5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1078992"/>
            <a:ext cx="1325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Filter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1078992"/>
            <a:ext cx="2743200" cy="301752"/>
          </a:xfrm>
          <a:prstGeom prst="roundRect">
            <a:avLst>
              <a:gd name="adj" fmla="val 5000"/>
            </a:avLst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10972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🔍  Search items...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75520" y="1115568"/>
            <a:ext cx="1280160" cy="256032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11155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OK  120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247120" y="1115568"/>
            <a:ext cx="1280160" cy="256032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247120" y="11155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LOW STOCK  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618720" y="1115568"/>
            <a:ext cx="1280160" cy="256032"/>
          </a:xfrm>
          <a:prstGeom prst="roundRect">
            <a:avLst>
              <a:gd name="adj" fmla="val 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618720" y="11155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OUT OF STOCK  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1600200"/>
            <a:ext cx="1234440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83664" y="1636776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Item Code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81528" y="1600200"/>
            <a:ext cx="1234440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36392" y="1636776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34256" y="1600200"/>
            <a:ext cx="1234440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1636776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86984" y="1600200"/>
            <a:ext cx="1234440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41848" y="1636776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Qty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39712" y="1600200"/>
            <a:ext cx="1234440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94576" y="1636776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Unit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92440" y="1600200"/>
            <a:ext cx="1234440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47304" y="1636776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Location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45168" y="1600200"/>
            <a:ext cx="1234440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00032" y="1636776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Unit Price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597896" y="1600200"/>
            <a:ext cx="1234440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52760" y="1636776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0" y="1892808"/>
            <a:ext cx="1234440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83664" y="1920240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</a:rPr>
              <a:t>BLD-001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81528" y="1892808"/>
            <a:ext cx="1234440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36392" y="1920240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</a:rPr>
              <a:t>Portland Cement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34256" y="1892808"/>
            <a:ext cx="1234440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9120" y="1920240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</a:rPr>
              <a:t>Materials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86984" y="1892808"/>
            <a:ext cx="1234440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41848" y="1920240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</a:rPr>
              <a:t>450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39712" y="1892808"/>
            <a:ext cx="1234440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94576" y="1920240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</a:rPr>
              <a:t>Bag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92440" y="1892808"/>
            <a:ext cx="1234440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47304" y="1920240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</a:rPr>
              <a:t>Warehouse 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45168" y="1892808"/>
            <a:ext cx="1234440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00032" y="1920240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</a:rPr>
              <a:t>$12.50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97896" y="1892808"/>
            <a:ext cx="1234440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652760" y="1920240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</a:rPr>
              <a:t>✔ OK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28800" y="2203704"/>
            <a:ext cx="123444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883664" y="2231136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BLD-002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81528" y="2203704"/>
            <a:ext cx="123444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36392" y="2231136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Steel Rebar 12mm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34256" y="2203704"/>
            <a:ext cx="123444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89120" y="2231136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Metals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86984" y="2203704"/>
            <a:ext cx="123444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641848" y="2231136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120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39712" y="2203704"/>
            <a:ext cx="123444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94576" y="2231136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Ton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92440" y="2203704"/>
            <a:ext cx="123444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147304" y="2231136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Yard B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345168" y="2203704"/>
            <a:ext cx="123444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400032" y="2231136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$850.00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597896" y="2203704"/>
            <a:ext cx="123444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652760" y="2231136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✔ OK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0" y="2514600"/>
            <a:ext cx="1234440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883664" y="2542032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</a:rPr>
              <a:t>BLD-003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081528" y="2514600"/>
            <a:ext cx="1234440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136392" y="2542032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</a:rPr>
              <a:t>Plywood 18mm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334256" y="2514600"/>
            <a:ext cx="1234440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389120" y="2542032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</a:rPr>
              <a:t>Timber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586984" y="2514600"/>
            <a:ext cx="1234440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641848" y="2542032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</a:rPr>
              <a:t>35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839712" y="2514600"/>
            <a:ext cx="1234440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94576" y="2542032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</a:rPr>
              <a:t>Sheet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092440" y="2514600"/>
            <a:ext cx="1234440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147304" y="2542032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</a:rPr>
              <a:t>Warehouse 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345168" y="2514600"/>
            <a:ext cx="1234440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400032" y="2542032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</a:rPr>
              <a:t>$28.00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597896" y="2514600"/>
            <a:ext cx="1234440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652760" y="2542032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</a:rPr>
              <a:t>⚠ LOW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828800" y="2825496"/>
            <a:ext cx="123444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883664" y="2852928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BLD-004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081528" y="2825496"/>
            <a:ext cx="123444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136392" y="2852928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PVC Pipe 4inch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334256" y="2825496"/>
            <a:ext cx="123444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389120" y="2852928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Plumbing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586984" y="2825496"/>
            <a:ext cx="123444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641848" y="2852928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839712" y="2825496"/>
            <a:ext cx="123444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894576" y="2852928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Pcs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092440" y="2825496"/>
            <a:ext cx="123444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147304" y="2852928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Shelf C3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345168" y="2825496"/>
            <a:ext cx="123444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400032" y="2852928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$6.80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597896" y="2825496"/>
            <a:ext cx="123444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652760" y="2852928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⚠ LOW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828800" y="3136392"/>
            <a:ext cx="1234440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883664" y="3163824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</a:rPr>
              <a:t>BLD-005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081528" y="3136392"/>
            <a:ext cx="1234440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136392" y="3163824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</a:rPr>
              <a:t>Safety Helmet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334256" y="3136392"/>
            <a:ext cx="1234440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389120" y="3163824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</a:rPr>
              <a:t>PPE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586984" y="3136392"/>
            <a:ext cx="1234440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641848" y="3163824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</a:rPr>
              <a:t>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839712" y="3136392"/>
            <a:ext cx="1234440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894576" y="3163824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</a:rPr>
              <a:t>Pcs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092440" y="3136392"/>
            <a:ext cx="1234440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147304" y="3163824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</a:rPr>
              <a:t>Store Room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345168" y="3136392"/>
            <a:ext cx="1234440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400032" y="3163824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</a:rPr>
              <a:t>$15.00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597896" y="3136392"/>
            <a:ext cx="1234440" cy="29260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652760" y="3163824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</a:rPr>
              <a:t>✖ OUT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828800" y="3447288"/>
            <a:ext cx="123444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883664" y="3474720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BLD-006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081528" y="3447288"/>
            <a:ext cx="123444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136392" y="3474720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Paint White 20L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334256" y="3447288"/>
            <a:ext cx="123444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389120" y="3474720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Finishing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586984" y="3447288"/>
            <a:ext cx="123444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641848" y="3474720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62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839712" y="3447288"/>
            <a:ext cx="123444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894576" y="3474720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Can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092440" y="3447288"/>
            <a:ext cx="123444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147304" y="3474720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Warehouse B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345168" y="3447288"/>
            <a:ext cx="123444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400032" y="3474720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$45.00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597896" y="3447288"/>
            <a:ext cx="123444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652760" y="3474720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✔ OK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828800" y="58064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Status Legend: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1828800" y="6080760"/>
            <a:ext cx="1280160" cy="256032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828800" y="60807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✔ OK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3291840" y="6080760"/>
            <a:ext cx="1280160" cy="256032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291840" y="60807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⚠ LOW STOCK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4754880" y="6080760"/>
            <a:ext cx="1280160" cy="256032"/>
          </a:xfrm>
          <a:prstGeom prst="roundRect">
            <a:avLst>
              <a:gd name="adj" fmla="val 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754880" y="60807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✖ OUT OF STOCK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8686800" y="5486400"/>
            <a:ext cx="2926080" cy="822960"/>
          </a:xfrm>
          <a:prstGeom prst="roundRect">
            <a:avLst>
              <a:gd name="adj" fmla="val 5000"/>
            </a:avLst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686800" y="5486400"/>
            <a:ext cx="36576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778240" y="55321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💡 Unit Price &amp; Total Value
visible only to Admin, Manager,
Factory In-charge &amp; QS roles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Stock Management — Add / Edit Item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669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Create or update inventory items via the item 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InventoryOpz  •  Bond Build SG  •  User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83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5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14400"/>
            <a:ext cx="12188952" cy="5650992"/>
          </a:xfrm>
          <a:prstGeom prst="rect">
            <a:avLst/>
          </a:prstGeom>
          <a:solidFill>
            <a:srgbClr val="06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0" y="1188720"/>
            <a:ext cx="7589520" cy="5303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0" y="1188720"/>
            <a:ext cx="75895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1298448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Add New Item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1280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17830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Item Code *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2039112"/>
            <a:ext cx="3383280" cy="384048"/>
          </a:xfrm>
          <a:prstGeom prst="roundRect">
            <a:avLst>
              <a:gd name="adj" fmla="val 5000"/>
            </a:avLst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70048" y="207568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BLD-007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7889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Description 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3044952"/>
            <a:ext cx="3383280" cy="384048"/>
          </a:xfrm>
          <a:prstGeom prst="roundRect">
            <a:avLst>
              <a:gd name="adj" fmla="val 5000"/>
            </a:avLst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0048" y="308152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Sand (Fine Grade)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79476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Category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0" y="4050792"/>
            <a:ext cx="3383280" cy="384048"/>
          </a:xfrm>
          <a:prstGeom prst="roundRect">
            <a:avLst>
              <a:gd name="adj" fmla="val 5000"/>
            </a:avLst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0048" y="40873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8006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Unit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5056632"/>
            <a:ext cx="3383280" cy="384048"/>
          </a:xfrm>
          <a:prstGeom prst="roundRect">
            <a:avLst>
              <a:gd name="adj" fmla="val 5000"/>
            </a:avLst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70048" y="509320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7830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Quantity *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039112"/>
            <a:ext cx="3383280" cy="384048"/>
          </a:xfrm>
          <a:prstGeom prst="roundRect">
            <a:avLst>
              <a:gd name="adj" fmla="val 5000"/>
            </a:avLst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207568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7889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Unit Price (SGD)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044952"/>
            <a:ext cx="3383280" cy="384048"/>
          </a:xfrm>
          <a:prstGeom prst="roundRect">
            <a:avLst>
              <a:gd name="adj" fmla="val 5000"/>
            </a:avLst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8" y="308152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$42.00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79476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Location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050792"/>
            <a:ext cx="3383280" cy="384048"/>
          </a:xfrm>
          <a:prstGeom prst="roundRect">
            <a:avLst>
              <a:gd name="adj" fmla="val 5000"/>
            </a:avLst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40873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Yard 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8006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Min Qty Alert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056632"/>
            <a:ext cx="3383280" cy="384048"/>
          </a:xfrm>
          <a:prstGeom prst="roundRect">
            <a:avLst>
              <a:gd name="adj" fmla="val 5000"/>
            </a:avLst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7648" y="509320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50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0" y="5897880"/>
            <a:ext cx="1371600" cy="38404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589788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4A3B8"/>
                </a:solidFill>
              </a:rPr>
              <a:t>Cancel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21040" y="5897880"/>
            <a:ext cx="1371600" cy="384048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589788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Save Item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2011680"/>
            <a:ext cx="1737360" cy="685800"/>
          </a:xfrm>
          <a:prstGeom prst="roundRect">
            <a:avLst>
              <a:gd name="adj" fmla="val 5000"/>
            </a:avLst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2011680"/>
            <a:ext cx="36576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2066544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Required fields
marked with *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3200400"/>
            <a:ext cx="1737360" cy="685800"/>
          </a:xfrm>
          <a:prstGeom prst="roundRect">
            <a:avLst>
              <a:gd name="adj" fmla="val 5000"/>
            </a:avLst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3200400"/>
            <a:ext cx="36576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3255264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Min Qty Alert
triggers Low Stock
warning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4389120"/>
            <a:ext cx="1737360" cy="685800"/>
          </a:xfrm>
          <a:prstGeom prst="roundRect">
            <a:avLst>
              <a:gd name="adj" fmla="val 5000"/>
            </a:avLst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4389120"/>
            <a:ext cx="36576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4443984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Unit Price visible
only to permitted
roles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149840" y="2011680"/>
            <a:ext cx="1737360" cy="685800"/>
          </a:xfrm>
          <a:prstGeom prst="roundRect">
            <a:avLst>
              <a:gd name="adj" fmla="val 5000"/>
            </a:avLst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149840" y="2011680"/>
            <a:ext cx="36576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41280" y="2066544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Item Code must
be unique across
inventory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149840" y="3474720"/>
            <a:ext cx="1737360" cy="685800"/>
          </a:xfrm>
          <a:prstGeom prst="roundRect">
            <a:avLst>
              <a:gd name="adj" fmla="val 5000"/>
            </a:avLst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149840" y="3474720"/>
            <a:ext cx="36576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41280" y="3529584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Location links
item to physical
warehouse slot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Procurement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669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Purchase Request → Purchase Order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InventoryOpz  •  Bond Build SG  •  User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83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6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051560"/>
            <a:ext cx="25603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1234440"/>
            <a:ext cx="548640" cy="54864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234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1. Create PR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2860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Drafter/Supervisor
creates Purchase
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18288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105156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1051560"/>
            <a:ext cx="2560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80560" y="1234440"/>
            <a:ext cx="548640" cy="54864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234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2. Review &amp; Approve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2860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Manager reviews
and Approves /
Rejects / Sends 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8288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105156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0" y="1051560"/>
            <a:ext cx="25603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0" y="1234440"/>
            <a:ext cx="548640" cy="548640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1234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3. Raise 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22860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Purchaser converts
approved PR into
Purchase Order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18288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105156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92640" y="1051560"/>
            <a:ext cx="2560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698480" y="1234440"/>
            <a:ext cx="548640" cy="54864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98480" y="1234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4. Fulfil &amp; Close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22860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Items received,
PO closed,
stock updated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3246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 Status Flow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3611880"/>
            <a:ext cx="1280160" cy="256032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6118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37360" y="36118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Awaiting manager review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0" y="3611880"/>
            <a:ext cx="1280160" cy="256032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0" y="36118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APPROVED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36118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Approved — ready for PO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" y="4114800"/>
            <a:ext cx="1280160" cy="256032"/>
          </a:xfrm>
          <a:prstGeom prst="roundRect">
            <a:avLst>
              <a:gd name="adj" fmla="val 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1148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REJECTED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37360" y="41148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Rejected — no action needed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0" y="4114800"/>
            <a:ext cx="1280160" cy="256032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0" y="41148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SEND_BACK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41148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Returned for revision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5760" y="4617720"/>
            <a:ext cx="1280160" cy="256032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46177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PO_RAISED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37360" y="46177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PO has been created from PR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0" y="4617720"/>
            <a:ext cx="1280160" cy="256032"/>
          </a:xfrm>
          <a:prstGeom prst="roundRect">
            <a:avLst>
              <a:gd name="adj" fmla="val 5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0" y="46177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CLOSED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0" y="46177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PR fully fulfilled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3246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PO Types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15200" y="361188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315200" y="3611880"/>
            <a:ext cx="210312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24928" y="3721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STOCK PO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24928" y="405079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Internal transfer from
warehouse stock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01200" y="361188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01200" y="3611880"/>
            <a:ext cx="21031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10928" y="3721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BUY PO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10928" y="405079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External purchase
from supplier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Procurement — Purchase Requests (PR)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669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Create, review and track purchase requests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InventoryOpz  •  Bond Build SG  •  User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83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7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14400"/>
            <a:ext cx="1645920" cy="56509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914400"/>
            <a:ext cx="36576" cy="56509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10789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🏠  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15179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📦  Stock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" y="1883664"/>
            <a:ext cx="1609344" cy="384048"/>
          </a:xfrm>
          <a:prstGeom prst="rect">
            <a:avLst/>
          </a:prstGeom>
          <a:solidFill>
            <a:srgbClr val="31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" y="1883664"/>
            <a:ext cx="36576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" y="19568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🛒  Procurement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" y="2395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📊  Projects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" y="28346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👥  Users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960120"/>
            <a:ext cx="2011680" cy="3657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0" y="1280160"/>
            <a:ext cx="20116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960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Purchase Requests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960120"/>
            <a:ext cx="2011680" cy="365760"/>
          </a:xfrm>
          <a:prstGeom prst="roundRect">
            <a:avLst>
              <a:gd name="adj" fmla="val 5000"/>
            </a:avLst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960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Purchase Orders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960120"/>
            <a:ext cx="2011680" cy="365760"/>
          </a:xfrm>
          <a:prstGeom prst="roundRect">
            <a:avLst>
              <a:gd name="adj" fmla="val 5000"/>
            </a:avLst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960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Export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0" y="987552"/>
            <a:ext cx="1371600" cy="310896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0" y="98755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+ New PR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141732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Filter: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23160" y="1417320"/>
            <a:ext cx="1005840" cy="256032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23160" y="14173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All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0" y="1417320"/>
            <a:ext cx="1005840" cy="25603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14173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1417320"/>
            <a:ext cx="1005840" cy="25603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14173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Approved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40680" y="1417320"/>
            <a:ext cx="1005840" cy="25603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40680" y="14173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Rejected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46520" y="1417320"/>
            <a:ext cx="1005840" cy="25603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14173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Send Back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0" y="1783080"/>
            <a:ext cx="987552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83664" y="18196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PR No.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1783080"/>
            <a:ext cx="2267712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89504" y="18196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Project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1783080"/>
            <a:ext cx="1444752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181965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Requested By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1783080"/>
            <a:ext cx="621792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38544" y="181965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Items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23760" y="1783080"/>
            <a:ext cx="1078992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78624" y="181965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Date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1040" y="1783080"/>
            <a:ext cx="1170432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75904" y="181965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509760" y="1783080"/>
            <a:ext cx="1444752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64624" y="181965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Actions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0" y="2075688"/>
            <a:ext cx="987552" cy="32004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883664" y="211226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PR-2024-045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34640" y="2075688"/>
            <a:ext cx="2267712" cy="32004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89504" y="21122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Marina Bay Tower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20640" y="2075688"/>
            <a:ext cx="1444752" cy="32004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75504" y="211226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John Lim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0" y="2075688"/>
            <a:ext cx="621792" cy="32004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38544" y="211226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23760" y="2075688"/>
            <a:ext cx="1078992" cy="32004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78624" y="21122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21 Jun 2024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21040" y="2075688"/>
            <a:ext cx="1170432" cy="32004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366760" y="2121408"/>
            <a:ext cx="1078992" cy="22860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66760" y="2130552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555480" y="2121408"/>
            <a:ext cx="603504" cy="22860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55480" y="2130552"/>
            <a:ext cx="6035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View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213848" y="2121408"/>
            <a:ext cx="603504" cy="22860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13848" y="2130552"/>
            <a:ext cx="6035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Approve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0" y="2414016"/>
            <a:ext cx="98755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83664" y="24505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PR-2024-044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834640" y="2414016"/>
            <a:ext cx="226771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889504" y="24505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Jurong Factory 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120640" y="2414016"/>
            <a:ext cx="144475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175504" y="24505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Sarah Tan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83680" y="2414016"/>
            <a:ext cx="62179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38544" y="245059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223760" y="2414016"/>
            <a:ext cx="107899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78624" y="24505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20 Jun 2024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321040" y="2414016"/>
            <a:ext cx="117043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366760" y="2459736"/>
            <a:ext cx="1078992" cy="22860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366760" y="2468880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APPROVED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555480" y="2459736"/>
            <a:ext cx="603504" cy="22860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555480" y="2468880"/>
            <a:ext cx="6035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View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213848" y="2459736"/>
            <a:ext cx="603504" cy="22860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213848" y="2468880"/>
            <a:ext cx="6035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Approve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828800" y="2752344"/>
            <a:ext cx="987552" cy="32004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883664" y="27889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PR-2024-043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834640" y="2752344"/>
            <a:ext cx="2267712" cy="32004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889504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Orchard Residences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120640" y="2752344"/>
            <a:ext cx="1444752" cy="32004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175504" y="2788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Wei Ming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583680" y="2752344"/>
            <a:ext cx="621792" cy="32004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638544" y="27889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223760" y="2752344"/>
            <a:ext cx="1078992" cy="32004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278624" y="2788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19 Jun 2024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321040" y="2752344"/>
            <a:ext cx="1170432" cy="32004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8366760" y="2798064"/>
            <a:ext cx="1078992" cy="22860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366760" y="2807208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PO_RAISED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555480" y="2798064"/>
            <a:ext cx="603504" cy="22860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555480" y="2807208"/>
            <a:ext cx="6035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View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0213848" y="2798064"/>
            <a:ext cx="603504" cy="22860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213848" y="2807208"/>
            <a:ext cx="6035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Approve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828800" y="3090672"/>
            <a:ext cx="98755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883664" y="31272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PR-2024-042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834640" y="3090672"/>
            <a:ext cx="226771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889504" y="3127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Changi Logistics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120640" y="3090672"/>
            <a:ext cx="144475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175504" y="31272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Ahmad Faiz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583680" y="3090672"/>
            <a:ext cx="62179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638544" y="312724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223760" y="3090672"/>
            <a:ext cx="107899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278624" y="31272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18 Jun 2024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21040" y="3090672"/>
            <a:ext cx="117043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8366760" y="3136392"/>
            <a:ext cx="1078992" cy="228600"/>
          </a:xfrm>
          <a:prstGeom prst="roundRect">
            <a:avLst>
              <a:gd name="adj" fmla="val 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366760" y="3145536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REJECTED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555480" y="3136392"/>
            <a:ext cx="603504" cy="22860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555480" y="3145536"/>
            <a:ext cx="6035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View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0213848" y="3136392"/>
            <a:ext cx="603504" cy="22860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213848" y="3145536"/>
            <a:ext cx="6035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Approve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828800" y="3429000"/>
            <a:ext cx="987552" cy="32004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883664" y="34655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PR-2024-041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834640" y="3429000"/>
            <a:ext cx="2267712" cy="32004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889504" y="34655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Tuas Shipyard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120640" y="3429000"/>
            <a:ext cx="1444752" cy="32004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175504" y="346557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Linda Ng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583680" y="3429000"/>
            <a:ext cx="621792" cy="32004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638544" y="3465576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223760" y="3429000"/>
            <a:ext cx="1078992" cy="32004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278624" y="346557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17 Jun 2024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321040" y="3429000"/>
            <a:ext cx="1170432" cy="32004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8366760" y="3474720"/>
            <a:ext cx="1078992" cy="228600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366760" y="3483864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SEND_BACK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9555480" y="3474720"/>
            <a:ext cx="603504" cy="22860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555480" y="3483864"/>
            <a:ext cx="6035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View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0213848" y="3474720"/>
            <a:ext cx="603504" cy="22860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213848" y="3483864"/>
            <a:ext cx="6035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Approve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828800" y="3767328"/>
            <a:ext cx="98755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883664" y="38039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PR-2024-040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834640" y="3767328"/>
            <a:ext cx="226771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889504" y="38039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Woodlands HDB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120640" y="3767328"/>
            <a:ext cx="144475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175504" y="380390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Kumar 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583680" y="3767328"/>
            <a:ext cx="62179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638544" y="380390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223760" y="3767328"/>
            <a:ext cx="107899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278624" y="38039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16 Jun 2024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321040" y="3767328"/>
            <a:ext cx="1170432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8366760" y="3813048"/>
            <a:ext cx="1078992" cy="228600"/>
          </a:xfrm>
          <a:prstGeom prst="roundRect">
            <a:avLst>
              <a:gd name="adj" fmla="val 5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366760" y="3822192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CLOSED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9555480" y="3813048"/>
            <a:ext cx="603504" cy="22860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555480" y="3822192"/>
            <a:ext cx="6035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View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0213848" y="3813048"/>
            <a:ext cx="603504" cy="22860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0213848" y="3822192"/>
            <a:ext cx="6035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Approve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Procurement — Purchase Orders (PO)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669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Manage and track purchase orders to suppliers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InventoryOpz  •  Bond Build SG  •  User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83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8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14400"/>
            <a:ext cx="1645920" cy="56509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914400"/>
            <a:ext cx="36576" cy="56509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10789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🏠  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15179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📦  Stock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" y="1883664"/>
            <a:ext cx="1609344" cy="384048"/>
          </a:xfrm>
          <a:prstGeom prst="rect">
            <a:avLst/>
          </a:prstGeom>
          <a:solidFill>
            <a:srgbClr val="31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" y="1883664"/>
            <a:ext cx="36576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" y="19568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🛒  Procurement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" y="2395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📊  Projects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" y="28346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👥  Users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960120"/>
            <a:ext cx="2011680" cy="365760"/>
          </a:xfrm>
          <a:prstGeom prst="roundRect">
            <a:avLst>
              <a:gd name="adj" fmla="val 5000"/>
            </a:avLst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960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Purchase Requests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960120"/>
            <a:ext cx="2011680" cy="3657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0" y="1280160"/>
            <a:ext cx="20116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960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Purchase Orders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960120"/>
            <a:ext cx="2011680" cy="365760"/>
          </a:xfrm>
          <a:prstGeom prst="roundRect">
            <a:avLst>
              <a:gd name="adj" fmla="val 5000"/>
            </a:avLst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960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Export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1463040"/>
            <a:ext cx="2286000" cy="685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28800" y="1463040"/>
            <a:ext cx="45720" cy="685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151790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1883664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OPEN POs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1463040"/>
            <a:ext cx="2286000" cy="685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1463040"/>
            <a:ext cx="4572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151790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1883664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CLOSED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0" y="1463040"/>
            <a:ext cx="2286000" cy="685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66560" y="1463040"/>
            <a:ext cx="45720" cy="685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3720" y="151790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1883664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CANCELLED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40" y="1463040"/>
            <a:ext cx="2286000" cy="685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35440" y="1463040"/>
            <a:ext cx="4572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72600" y="151790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$284,500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1883664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TOTAL VALUE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0" y="2286000"/>
            <a:ext cx="-18288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83664" y="2322576"/>
            <a:ext cx="-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PO No.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0" y="2286000"/>
            <a:ext cx="-18288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83664" y="2322576"/>
            <a:ext cx="-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PR Ref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0" y="2286000"/>
            <a:ext cx="-18288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83664" y="2322576"/>
            <a:ext cx="-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Supplier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0" y="2286000"/>
            <a:ext cx="-18288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83664" y="2322576"/>
            <a:ext cx="-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Project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0" y="2286000"/>
            <a:ext cx="-18288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83664" y="2322576"/>
            <a:ext cx="-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28800" y="2286000"/>
            <a:ext cx="-18288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83664" y="2322576"/>
            <a:ext cx="-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Amount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0" y="2286000"/>
            <a:ext cx="-18288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83664" y="2322576"/>
            <a:ext cx="-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0" y="2286000"/>
            <a:ext cx="-18288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83664" y="2322576"/>
            <a:ext cx="-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Actions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28800" y="2286000"/>
            <a:ext cx="987552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883664" y="23225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PO No.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34640" y="2286000"/>
            <a:ext cx="987552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89504" y="23225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PR Ref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40480" y="2286000"/>
            <a:ext cx="1627632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895344" y="23225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Supplier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0" y="2286000"/>
            <a:ext cx="1810512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41264" y="2322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Project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0" y="2286000"/>
            <a:ext cx="621792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70064" y="23225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55280" y="2286000"/>
            <a:ext cx="987552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10144" y="23225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Amount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61120" y="2286000"/>
            <a:ext cx="896112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015984" y="23225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875520" y="2286000"/>
            <a:ext cx="1078992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930384" y="23225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Actions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828800" y="2578608"/>
            <a:ext cx="987552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883664" y="2633472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PO-2024-089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834640" y="2578608"/>
            <a:ext cx="987552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889504" y="2633472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PR-2024-044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840480" y="2578608"/>
            <a:ext cx="1627632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895344" y="263347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Lian Seng Tat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0" y="2578608"/>
            <a:ext cx="1810512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41264" y="26334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Jurong Factory 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0" y="2578608"/>
            <a:ext cx="621792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7360920" y="2633472"/>
            <a:ext cx="530352" cy="219456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60920" y="2642616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BUY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955280" y="2578608"/>
            <a:ext cx="987552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010144" y="2633472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$12,400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61120" y="2578608"/>
            <a:ext cx="896112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9006840" y="2633472"/>
            <a:ext cx="804672" cy="219456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006840" y="264261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OPEN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828800" y="2926080"/>
            <a:ext cx="987552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883664" y="298094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PO-2024-088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834640" y="2926080"/>
            <a:ext cx="987552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889504" y="298094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PR-2024-041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840480" y="2926080"/>
            <a:ext cx="1627632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895344" y="298094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Direct Stock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486400" y="2926080"/>
            <a:ext cx="1810512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541264" y="29809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Tuas Shipyard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315200" y="2926080"/>
            <a:ext cx="621792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7360920" y="2980944"/>
            <a:ext cx="530352" cy="219456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360920" y="2990088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STOCK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955280" y="2926080"/>
            <a:ext cx="987552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010144" y="298094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$3,250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961120" y="2926080"/>
            <a:ext cx="896112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9006840" y="2980944"/>
            <a:ext cx="804672" cy="219456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006840" y="299008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OPEN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828800" y="3273552"/>
            <a:ext cx="987552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883664" y="33284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PO-2024-087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834640" y="3273552"/>
            <a:ext cx="987552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889504" y="33284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PR-2024-039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840480" y="3273552"/>
            <a:ext cx="1627632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895344" y="332841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Kim Seng Huat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486400" y="3273552"/>
            <a:ext cx="1810512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541264" y="33284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Marina Bay Tower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315200" y="3273552"/>
            <a:ext cx="621792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7360920" y="3328416"/>
            <a:ext cx="530352" cy="219456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360920" y="3337560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BUY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955280" y="3273552"/>
            <a:ext cx="987552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010144" y="33284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$28,600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961120" y="3273552"/>
            <a:ext cx="896112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9006840" y="3328416"/>
            <a:ext cx="804672" cy="219456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006840" y="333756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OPEN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828800" y="3621024"/>
            <a:ext cx="987552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883664" y="3675888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PO-2024-085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834640" y="3621024"/>
            <a:ext cx="987552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889504" y="3675888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PR-2024-035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0" y="3621024"/>
            <a:ext cx="1627632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895344" y="3675888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Ching Liang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486400" y="3621024"/>
            <a:ext cx="1810512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541264" y="36758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Orchard Res.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315200" y="3621024"/>
            <a:ext cx="621792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7360920" y="3675888"/>
            <a:ext cx="530352" cy="219456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360920" y="3685032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BUY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955280" y="3621024"/>
            <a:ext cx="987552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010144" y="3675888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$9,800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961120" y="3621024"/>
            <a:ext cx="896112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9006840" y="3675888"/>
            <a:ext cx="804672" cy="219456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006840" y="368503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CLOSED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828800" y="3968496"/>
            <a:ext cx="987552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883664" y="402336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PO-2024-082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834640" y="3968496"/>
            <a:ext cx="987552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889504" y="402336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PR-2024-030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840480" y="3968496"/>
            <a:ext cx="1627632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895344" y="402336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Direct Stock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486400" y="3968496"/>
            <a:ext cx="1810512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541264" y="40233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Changi Logistics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315200" y="3968496"/>
            <a:ext cx="621792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7360920" y="4023360"/>
            <a:ext cx="530352" cy="219456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360920" y="4032504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STOCK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955280" y="3968496"/>
            <a:ext cx="987552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010144" y="402336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$1,650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961120" y="3968496"/>
            <a:ext cx="896112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9006840" y="4023360"/>
            <a:ext cx="804672" cy="219456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006840" y="403250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CLOSED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1828800" y="5852160"/>
            <a:ext cx="4572000" cy="640080"/>
          </a:xfrm>
          <a:prstGeom prst="roundRect">
            <a:avLst>
              <a:gd name="adj" fmla="val 5000"/>
            </a:avLst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828800" y="5852160"/>
            <a:ext cx="36576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938528" y="5897880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Tip: STOCK PO transfers items internally; BUY PO sends to supplier for procurement.
PO status auto-updates when all line items are received.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Dashboard — PR / PO Overview by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669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Quick-view filters and project-level procurement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InventoryOpz  •  Bond Build SG  •  User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83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9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14400"/>
            <a:ext cx="1645920" cy="56509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914400"/>
            <a:ext cx="36576" cy="56509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10789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🏠  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15179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📦  Stock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" y="1883664"/>
            <a:ext cx="1609344" cy="384048"/>
          </a:xfrm>
          <a:prstGeom prst="rect">
            <a:avLst/>
          </a:prstGeom>
          <a:solidFill>
            <a:srgbClr val="31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" y="1883664"/>
            <a:ext cx="36576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" y="19568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🛒  Procurement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" y="2395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📊  Projects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" y="28346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👥 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10058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Quick Filters: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1005840"/>
            <a:ext cx="1280160" cy="256032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10058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All Projects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1005840"/>
            <a:ext cx="1280160" cy="256032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10058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Open PRs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1005840"/>
            <a:ext cx="1280160" cy="256032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10058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Open POs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1005840"/>
            <a:ext cx="1280160" cy="256032"/>
          </a:xfrm>
          <a:prstGeom prst="roundRect">
            <a:avLst>
              <a:gd name="adj" fmla="val 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20" y="10058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Low Stock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28800" y="1417320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28800" y="1417320"/>
            <a:ext cx="32004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38528" y="1508760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Marina Bay Tower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38528" y="1801368"/>
            <a:ext cx="1005840" cy="201168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38528" y="180136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38528" y="2075688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PRs: 4 Open  •  POs: 2 Open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14904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6F1"/>
                </a:solidFill>
              </a:rPr>
              <a:t>$1.2M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12080" y="1417320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212080" y="1417320"/>
            <a:ext cx="32004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21808" y="1508760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Jurong Factory 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21808" y="1801368"/>
            <a:ext cx="1005840" cy="201168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21808" y="180136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1808" y="2075688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PRs: 1 Open  •  POs: 3 Open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14904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</a:rPr>
              <a:t>$850K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95360" y="1417320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95360" y="1417320"/>
            <a:ext cx="32004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05088" y="1508760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Orchard Residences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05088" y="1801368"/>
            <a:ext cx="1005840" cy="201168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05088" y="180136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Upcoming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05088" y="2075688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PRs: 0 Open  •  POs: 0 Open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14904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8B5CF6"/>
                </a:solidFill>
              </a:rPr>
              <a:t>$2.1M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828800" y="2715768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828800" y="2715768"/>
            <a:ext cx="320040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38528" y="280720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Changi Logistics Hub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938528" y="3099816"/>
            <a:ext cx="1005840" cy="201168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38528" y="30998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38528" y="3374136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PRs: 0  •  POs: 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06240" y="2788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</a:rPr>
              <a:t>$560K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212080" y="2715768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212080" y="2715768"/>
            <a:ext cx="32004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21808" y="280720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Tuas Shipyard Ext.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321808" y="3099816"/>
            <a:ext cx="1005840" cy="201168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21808" y="30998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21808" y="3374136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PRs: 2 Open  •  POs: 1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89520" y="2788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9E0B"/>
                </a:solidFill>
              </a:rPr>
              <a:t>$990K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95360" y="2715768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595360" y="2715768"/>
            <a:ext cx="32004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05088" y="280720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Woodlands HDB Blk 5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705088" y="3099816"/>
            <a:ext cx="1005840" cy="201168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05088" y="30998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Upcoming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05088" y="3374136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PRs: 1 Open  •  POs: 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0" y="2788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38BDF8"/>
                </a:solidFill>
              </a:rPr>
              <a:t>$380K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241280" y="5897880"/>
            <a:ext cx="1645920" cy="347472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241280" y="58978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📥 Export Excel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Project Progress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669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Financial analytics, claim tracking &amp; project KPIs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InventoryOpz  •  Bond Build SG  •  User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83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10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14400"/>
            <a:ext cx="1645920" cy="56509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914400"/>
            <a:ext cx="36576" cy="56509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10789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🏠  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15179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📦  Stock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" y="19568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🛒  Procurement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" y="2322576"/>
            <a:ext cx="1609344" cy="384048"/>
          </a:xfrm>
          <a:prstGeom prst="rect">
            <a:avLst/>
          </a:prstGeom>
          <a:solidFill>
            <a:srgbClr val="31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" y="2322576"/>
            <a:ext cx="36576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" y="2395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📊  Projects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" y="28346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👥  Users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1005840"/>
            <a:ext cx="182880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0" y="1005840"/>
            <a:ext cx="45720" cy="65836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65960" y="10424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$8.4M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140817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Total Contract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1005840"/>
            <a:ext cx="182880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0" y="1005840"/>
            <a:ext cx="45720" cy="65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40" y="10424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$5.1M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40" y="140817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Collected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52160" y="1005840"/>
            <a:ext cx="182880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52160" y="1005840"/>
            <a:ext cx="4572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10424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$3.3M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140817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Pending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1005840"/>
            <a:ext cx="182880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63840" y="1005840"/>
            <a:ext cx="45720" cy="6583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10424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61%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140817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Collection Rate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75520" y="1005840"/>
            <a:ext cx="1828800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75520" y="1005840"/>
            <a:ext cx="45720" cy="6583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12680" y="10424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140817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Active Projects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28800" y="1828800"/>
            <a:ext cx="301752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28800" y="1828800"/>
            <a:ext cx="30175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6596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Project Status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66160" y="2377440"/>
            <a:ext cx="164592" cy="164592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94760" y="237744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In Progress (5)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66160" y="2651760"/>
            <a:ext cx="164592" cy="164592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94760" y="265176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Completed (4)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66160" y="2926080"/>
            <a:ext cx="164592" cy="164592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94760" y="292608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Upcoming (2)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566160" y="3200400"/>
            <a:ext cx="164592" cy="164592"/>
          </a:xfrm>
          <a:prstGeom prst="roundRect">
            <a:avLst>
              <a:gd name="adj" fmla="val 5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94760" y="320040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Closed (1)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94560" y="2377440"/>
            <a:ext cx="1097280" cy="109728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359152" y="2542032"/>
            <a:ext cx="768096" cy="768096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31720" y="267004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12
Total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0" y="1828800"/>
            <a:ext cx="411480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29200" y="1828800"/>
            <a:ext cx="4114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66360" y="19202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Monthly Claims (SGD '000)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12080" y="2825496"/>
            <a:ext cx="320040" cy="87782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50408" y="2935224"/>
            <a:ext cx="320040" cy="7680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12080" y="3739896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94A3B8"/>
                </a:solidFill>
              </a:rPr>
              <a:t>Jan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99048" y="2743200"/>
            <a:ext cx="320040" cy="960119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37376" y="2880360"/>
            <a:ext cx="32004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99048" y="3739896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94A3B8"/>
                </a:solidFill>
              </a:rPr>
              <a:t>Feb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86016" y="2907792"/>
            <a:ext cx="320040" cy="7955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24344" y="3017520"/>
            <a:ext cx="32004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86016" y="3739896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94A3B8"/>
                </a:solidFill>
              </a:rPr>
              <a:t>Mar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72984" y="2578608"/>
            <a:ext cx="320040" cy="11247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11312" y="2660904"/>
            <a:ext cx="320040" cy="10424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72984" y="3739896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94A3B8"/>
                </a:solidFill>
              </a:rPr>
              <a:t>Apr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759952" y="2715768"/>
            <a:ext cx="320040" cy="9875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098280" y="2825496"/>
            <a:ext cx="320040" cy="8778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759952" y="3739896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94A3B8"/>
                </a:solidFill>
              </a:rPr>
              <a:t>May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646920" y="2496312"/>
            <a:ext cx="320040" cy="1207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985248" y="2606040"/>
            <a:ext cx="32004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46920" y="3739896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94A3B8"/>
                </a:solidFill>
              </a:rPr>
              <a:t>Jun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326879" y="1828800"/>
            <a:ext cx="246888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326879" y="1828800"/>
            <a:ext cx="24688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464039" y="1920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Collection Rate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692640" y="2514600"/>
            <a:ext cx="1645920" cy="914400"/>
          </a:xfrm>
          <a:prstGeom prst="roundRect">
            <a:avLst>
              <a:gd name="adj" fmla="val 5000"/>
            </a:avLst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692640" y="26974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0B981"/>
                </a:solidFill>
              </a:rPr>
              <a:t>61%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92640" y="317296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4A3B8"/>
                </a:solidFill>
              </a:rPr>
              <a:t>Collection Rate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28800" y="40690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Project Summary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0" y="4389120"/>
            <a:ext cx="235915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874520" y="44165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Project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206240" y="4389120"/>
            <a:ext cx="117043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251960" y="44165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Contract Sum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394960" y="4389120"/>
            <a:ext cx="98755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440680" y="44165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Claimed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4389120"/>
            <a:ext cx="98755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46520" y="44165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Received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406640" y="4389120"/>
            <a:ext cx="98755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452360" y="44165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412480" y="4389120"/>
            <a:ext cx="62179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458200" y="441655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Site 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52560" y="4389120"/>
            <a:ext cx="71323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098280" y="441655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828800" y="4663440"/>
            <a:ext cx="2359152" cy="301752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874520" y="4709160"/>
            <a:ext cx="2377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Marina Bay Tower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06240" y="4663440"/>
            <a:ext cx="1170432" cy="301752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251960" y="4709160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$1,200,000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394960" y="4663440"/>
            <a:ext cx="987552" cy="301752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440680" y="4709160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$840,000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400800" y="4663440"/>
            <a:ext cx="987552" cy="301752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46520" y="4709160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$720,000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406640" y="4663440"/>
            <a:ext cx="987552" cy="301752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452360" y="4709160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$480,000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412480" y="4663440"/>
            <a:ext cx="621792" cy="301752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458200" y="4709160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70%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052560" y="4663440"/>
            <a:ext cx="713232" cy="301752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9089136" y="4709160"/>
            <a:ext cx="640080" cy="210312"/>
          </a:xfrm>
          <a:prstGeom prst="roundRect">
            <a:avLst>
              <a:gd name="adj" fmla="val 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089136" y="4718304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828800" y="4983480"/>
            <a:ext cx="2359152" cy="3017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874520" y="5029200"/>
            <a:ext cx="2377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Jurong Factory 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206240" y="4983480"/>
            <a:ext cx="1170432" cy="3017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251960" y="5029200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$850,000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394960" y="4983480"/>
            <a:ext cx="987552" cy="3017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440680" y="5029200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$510,000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400800" y="4983480"/>
            <a:ext cx="987552" cy="3017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446520" y="5029200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$480,000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406640" y="4983480"/>
            <a:ext cx="987552" cy="3017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452360" y="5029200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$370,000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412480" y="4983480"/>
            <a:ext cx="621792" cy="3017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458200" y="5029200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60%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052560" y="4983480"/>
            <a:ext cx="713232" cy="3017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9089136" y="5029200"/>
            <a:ext cx="640080" cy="210312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089136" y="5038344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828800" y="5303520"/>
            <a:ext cx="2359152" cy="301752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874520" y="5349240"/>
            <a:ext cx="2377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Orchard Residences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5303520"/>
            <a:ext cx="1170432" cy="301752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251960" y="5349240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$2,100,000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394960" y="5303520"/>
            <a:ext cx="987552" cy="301752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440680" y="5349240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$0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400800" y="5303520"/>
            <a:ext cx="987552" cy="301752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446520" y="5349240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$0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406640" y="5303520"/>
            <a:ext cx="987552" cy="301752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452360" y="5349240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$2,100,000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412480" y="5303520"/>
            <a:ext cx="621792" cy="301752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458200" y="5349240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5%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052560" y="5303520"/>
            <a:ext cx="713232" cy="301752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9089136" y="5349240"/>
            <a:ext cx="640080" cy="210312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089136" y="5358384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User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669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Add users, assign roles and manage access permissions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InventoryOpz  •  Bond Build SG  •  User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83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11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14400"/>
            <a:ext cx="1645920" cy="56509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914400"/>
            <a:ext cx="36576" cy="56509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10789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🏠  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15179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📦  Stock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" y="19568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🛒  Procurement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" y="2395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📊  Projects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" y="2761488"/>
            <a:ext cx="1609344" cy="384048"/>
          </a:xfrm>
          <a:prstGeom prst="rect">
            <a:avLst/>
          </a:prstGeom>
          <a:solidFill>
            <a:srgbClr val="31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" y="2761488"/>
            <a:ext cx="36576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" y="28346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👥  Users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0" y="987552"/>
            <a:ext cx="1371600" cy="310896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0" y="98755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+ Add User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1417320"/>
            <a:ext cx="2514600" cy="1143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0" y="1417320"/>
            <a:ext cx="25146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965960" y="1581912"/>
            <a:ext cx="502920" cy="50292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65960" y="1600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JL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78608" y="15453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John Lim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78608" y="180136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john.lim@bondbuilds.com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78608" y="2057400"/>
            <a:ext cx="594360" cy="18288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78608" y="20574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46120" y="2039112"/>
            <a:ext cx="822960" cy="201168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46120" y="203911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65960" y="2267712"/>
            <a:ext cx="530352" cy="201168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65960" y="2267712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Edit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2267712"/>
            <a:ext cx="530352" cy="201168"/>
          </a:xfrm>
          <a:prstGeom prst="roundRect">
            <a:avLst>
              <a:gd name="adj" fmla="val 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0" y="2267712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Del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07992" y="1417320"/>
            <a:ext cx="2514600" cy="1143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07992" y="1417320"/>
            <a:ext cx="25146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645152" y="1581912"/>
            <a:ext cx="502920" cy="50292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5152" y="1600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15453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Sarah Tan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57800" y="180136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sarah.tan@bondbuilds.com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57800" y="2057400"/>
            <a:ext cx="594360" cy="18288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57800" y="20574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25312" y="2039112"/>
            <a:ext cx="822960" cy="201168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25312" y="203911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Manager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45152" y="2267712"/>
            <a:ext cx="530352" cy="201168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45152" y="2267712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Edit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39512" y="2267712"/>
            <a:ext cx="530352" cy="201168"/>
          </a:xfrm>
          <a:prstGeom prst="roundRect">
            <a:avLst>
              <a:gd name="adj" fmla="val 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39512" y="2267712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Del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87184" y="1417320"/>
            <a:ext cx="2514600" cy="1143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87184" y="1417320"/>
            <a:ext cx="25146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324344" y="1581912"/>
            <a:ext cx="502920" cy="502920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24344" y="1600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WM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36992" y="15453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Wei Ming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36992" y="180136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wei.ming@bondbuilds.com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936992" y="2057400"/>
            <a:ext cx="594360" cy="18288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36992" y="20574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04504" y="2039112"/>
            <a:ext cx="822960" cy="201168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04504" y="203911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Drafter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24344" y="2267712"/>
            <a:ext cx="530352" cy="201168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24344" y="2267712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Edit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918704" y="2267712"/>
            <a:ext cx="530352" cy="201168"/>
          </a:xfrm>
          <a:prstGeom prst="roundRect">
            <a:avLst>
              <a:gd name="adj" fmla="val 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18704" y="2267712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Del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866376" y="1417320"/>
            <a:ext cx="2514600" cy="1143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866376" y="1417320"/>
            <a:ext cx="2514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0003536" y="1581912"/>
            <a:ext cx="502920" cy="50292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03536" y="1600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AF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16184" y="15453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Ahmad Faiz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16184" y="180136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ahmad.faiz@bondbuilds.com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616184" y="2057400"/>
            <a:ext cx="594360" cy="18288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616184" y="20574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283696" y="2039112"/>
            <a:ext cx="822960" cy="201168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283696" y="203911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Purchaser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003536" y="2267712"/>
            <a:ext cx="530352" cy="201168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003536" y="2267712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Edit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597896" y="2267712"/>
            <a:ext cx="530352" cy="201168"/>
          </a:xfrm>
          <a:prstGeom prst="roundRect">
            <a:avLst>
              <a:gd name="adj" fmla="val 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597896" y="2267712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Del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828800" y="2724912"/>
            <a:ext cx="2514600" cy="1143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828800" y="2724912"/>
            <a:ext cx="25146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965960" y="2889504"/>
            <a:ext cx="502920" cy="502920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965960" y="29077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578608" y="285292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Linda 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578608" y="31089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linda.ng@bondbuilds.com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578608" y="3364992"/>
            <a:ext cx="594360" cy="18288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578608" y="336499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246120" y="3346704"/>
            <a:ext cx="822960" cy="201168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246120" y="334670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QS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965960" y="3575304"/>
            <a:ext cx="530352" cy="201168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965960" y="3575304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Edit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560320" y="3575304"/>
            <a:ext cx="530352" cy="201168"/>
          </a:xfrm>
          <a:prstGeom prst="roundRect">
            <a:avLst>
              <a:gd name="adj" fmla="val 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560320" y="3575304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Del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507992" y="2724912"/>
            <a:ext cx="2514600" cy="1143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507992" y="2724912"/>
            <a:ext cx="251460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4645152" y="2889504"/>
            <a:ext cx="502920" cy="502920"/>
          </a:xfrm>
          <a:prstGeom prst="roundRect">
            <a:avLst>
              <a:gd name="adj" fmla="val 5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645152" y="29077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KS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257800" y="285292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Kumar 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257800" y="31089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kumar.s@bondbuilds.com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257800" y="3364992"/>
            <a:ext cx="594360" cy="182880"/>
          </a:xfrm>
          <a:prstGeom prst="roundRect">
            <a:avLst>
              <a:gd name="adj" fmla="val 5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257800" y="336499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Inactive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925312" y="3346704"/>
            <a:ext cx="822960" cy="201168"/>
          </a:xfrm>
          <a:prstGeom prst="roundRect">
            <a:avLst>
              <a:gd name="adj" fmla="val 5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925312" y="334670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Factory In-charge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645152" y="3575304"/>
            <a:ext cx="530352" cy="201168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645152" y="3575304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Edit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239512" y="3575304"/>
            <a:ext cx="530352" cy="201168"/>
          </a:xfrm>
          <a:prstGeom prst="roundRect">
            <a:avLst>
              <a:gd name="adj" fmla="val 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239512" y="3575304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Del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187184" y="2724912"/>
            <a:ext cx="2514600" cy="1143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187184" y="2724912"/>
            <a:ext cx="25146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7324344" y="2889504"/>
            <a:ext cx="502920" cy="502920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324344" y="29077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285292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Suresh H.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936992" y="31089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suresh.h@bondbuilds.com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936992" y="3364992"/>
            <a:ext cx="594360" cy="18288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936992" y="336499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604504" y="3346704"/>
            <a:ext cx="822960" cy="201168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604504" y="334670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Supervisor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324344" y="3575304"/>
            <a:ext cx="530352" cy="201168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324344" y="3575304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Edit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918704" y="3575304"/>
            <a:ext cx="530352" cy="201168"/>
          </a:xfrm>
          <a:prstGeom prst="roundRect">
            <a:avLst>
              <a:gd name="adj" fmla="val 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918704" y="3575304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Del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866376" y="2724912"/>
            <a:ext cx="2514600" cy="1143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66376" y="2724912"/>
            <a:ext cx="25146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10003536" y="2889504"/>
            <a:ext cx="502920" cy="50292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003536" y="29077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RL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616184" y="285292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Rachel Lee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616184" y="31089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rachel.lee@bondbuilds.com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0616184" y="3364992"/>
            <a:ext cx="594360" cy="18288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616184" y="336499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1283696" y="3346704"/>
            <a:ext cx="822960" cy="201168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1283696" y="334670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Drafter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10003536" y="3575304"/>
            <a:ext cx="530352" cy="201168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0003536" y="3575304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Edit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0597896" y="3575304"/>
            <a:ext cx="530352" cy="201168"/>
          </a:xfrm>
          <a:prstGeom prst="roundRect">
            <a:avLst>
              <a:gd name="adj" fmla="val 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597896" y="3575304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Del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828800" y="5989320"/>
            <a:ext cx="10058400" cy="548640"/>
          </a:xfrm>
          <a:prstGeom prst="roundRect">
            <a:avLst>
              <a:gd name="adj" fmla="val 5000"/>
            </a:avLst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828800" y="5989320"/>
            <a:ext cx="36576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938528" y="601675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Only Admin users can add, edit, or delete user accounts.
Role assignment determines which modules and fields each user can see and interact with.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Role-Based 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669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What each role can see and do in InventoryOpz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InventoryOpz  •  Bond Build SG  •  User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83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12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20" y="1005840"/>
            <a:ext cx="1380744" cy="32918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20" y="1005840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005840"/>
            <a:ext cx="1380744" cy="3291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005840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Manager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1005840"/>
            <a:ext cx="1380744" cy="32918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005840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Purchaser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05840"/>
            <a:ext cx="1380744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005840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Drafter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1005840"/>
            <a:ext cx="1380744" cy="3291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1005840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Supervisor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005840"/>
            <a:ext cx="1380744" cy="32918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1005840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QS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78440" y="1005840"/>
            <a:ext cx="1380744" cy="32918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78440" y="1005840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Factory
In-charge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1353312"/>
            <a:ext cx="1508760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" y="1408176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View Stock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4520" y="1353312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74520" y="1353312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1353312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1353312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1353312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1353312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1353312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1353312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3800" y="1353312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3800" y="1353312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20" y="1353312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0" y="1353312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78440" y="1353312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78440" y="1353312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1700784"/>
            <a:ext cx="1508760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3192" y="1755648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Edit Stock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74520" y="1700784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74520" y="1700784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91840" y="1700784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40" y="1700784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09160" y="1700784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09160" y="1700784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1700784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0" y="1700784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43800" y="1700784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43800" y="1700784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0" y="1700784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61120" y="1700784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378440" y="1700784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78440" y="1700784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2048256"/>
            <a:ext cx="1508760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" y="2103120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View Unit Price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74520" y="2048256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874520" y="2048256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91840" y="2048256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91840" y="2048256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709160" y="2048256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09160" y="2048256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2048256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26480" y="2048256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43800" y="2048256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43800" y="2048256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61120" y="2048256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61120" y="2048256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378440" y="2048256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378440" y="2048256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2395728"/>
            <a:ext cx="1508760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3192" y="2450592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Create PR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874520" y="2395728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874520" y="2395728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91840" y="2395728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91840" y="2395728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709160" y="2395728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709160" y="2395728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26480" y="2395728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26480" y="2395728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543800" y="2395728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543800" y="2395728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961120" y="2395728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961120" y="2395728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378440" y="2395728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378440" y="2395728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20040" y="2743200"/>
            <a:ext cx="1508760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93192" y="2798064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Approve PR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874520" y="2743200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874520" y="2743200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91840" y="2743200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91840" y="2743200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709160" y="2743200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709160" y="2743200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26480" y="2743200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26480" y="2743200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543800" y="2743200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543800" y="2743200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61120" y="2743200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61120" y="2743200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378440" y="2743200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378440" y="2743200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20040" y="3090672"/>
            <a:ext cx="1508760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93192" y="3145536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Create PO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874520" y="3090672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874520" y="3090672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291840" y="3090672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291840" y="3090672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709160" y="3090672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09160" y="3090672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26480" y="3090672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26480" y="3090672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43800" y="3090672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43800" y="3090672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961120" y="3090672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961120" y="3090672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378440" y="3090672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378440" y="3090672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20040" y="3438144"/>
            <a:ext cx="1508760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3192" y="3493008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View PO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874520" y="3438144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874520" y="3438144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291840" y="3438144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291840" y="3438144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709160" y="3438144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709160" y="3438144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126480" y="3438144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126480" y="3438144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543800" y="3438144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543800" y="3438144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961120" y="3438144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961120" y="3438144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378440" y="3438144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378440" y="3438144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20040" y="3785616"/>
            <a:ext cx="1508760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93192" y="3840480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View Projects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874520" y="3785616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874520" y="3785616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291840" y="3785616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291840" y="3785616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709160" y="3785616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709160" y="3785616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126480" y="3785616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126480" y="3785616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543800" y="3785616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543800" y="3785616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961120" y="3785616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961120" y="3785616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0378440" y="3785616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0378440" y="3785616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20040" y="4133088"/>
            <a:ext cx="1508760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93192" y="4187952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Edit Projects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874520" y="4133088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874520" y="4133088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291840" y="4133088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291840" y="4133088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709160" y="4133088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709160" y="4133088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126480" y="4133088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126480" y="4133088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543800" y="4133088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7543800" y="4133088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961120" y="4133088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961120" y="4133088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0378440" y="4133088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0378440" y="4133088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20040" y="4480560"/>
            <a:ext cx="1508760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393192" y="4535424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Manage Users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874520" y="4480560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874520" y="4480560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291840" y="4480560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3291840" y="4480560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4709160" y="4480560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4709160" y="4480560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126480" y="4480560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126480" y="4480560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543800" y="4480560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7543800" y="4480560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961120" y="4480560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8961120" y="4480560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0378440" y="4480560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0378440" y="4480560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320040" y="4828032"/>
            <a:ext cx="1508760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393192" y="4882896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Export Reports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874520" y="4828032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874520" y="4828032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3291840" y="4828032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3291840" y="4828032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4709160" y="4828032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4709160" y="4828032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126480" y="4828032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126480" y="4828032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543800" y="4828032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7543800" y="4828032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961120" y="4828032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8961120" y="4828032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0378440" y="4828032"/>
            <a:ext cx="1380744" cy="32918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0378440" y="4828032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✖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320040" y="5175504"/>
            <a:ext cx="1508760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393192" y="5230368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Change Password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874520" y="5175504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874520" y="5175504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3291840" y="5175504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3291840" y="5175504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4709160" y="5175504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4709160" y="5175504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126480" y="5175504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6126480" y="5175504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543800" y="5175504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7543800" y="5175504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961120" y="5175504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8961120" y="5175504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10378440" y="5175504"/>
            <a:ext cx="1380744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0378440" y="5175504"/>
            <a:ext cx="1380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2004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✔ = Permitted    ✖ = Not Permitted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Exporting Data &amp;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669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Download inventory, procurement and project data to Excel / PDF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InventoryOpz  •  Bond Build SG  •  User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83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13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97280"/>
            <a:ext cx="5303520" cy="2240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097280"/>
            <a:ext cx="530352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6366F1"/>
                </a:solidFill>
              </a:rPr>
              <a:t>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234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Stock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5544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All inventory items with
quantity, price &amp; 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057400"/>
            <a:ext cx="950976" cy="228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2084832"/>
            <a:ext cx="969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Item 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17904" y="2057400"/>
            <a:ext cx="950976" cy="228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2084832"/>
            <a:ext cx="969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87168" y="2057400"/>
            <a:ext cx="950976" cy="228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23744" y="2084832"/>
            <a:ext cx="969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Qty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6432" y="2057400"/>
            <a:ext cx="950976" cy="228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93008" y="2084832"/>
            <a:ext cx="969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Price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25696" y="2057400"/>
            <a:ext cx="950976" cy="228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2084832"/>
            <a:ext cx="969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286000"/>
            <a:ext cx="950976" cy="20116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" y="2304288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17904" y="2286000"/>
            <a:ext cx="950976" cy="20116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2304288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87168" y="2286000"/>
            <a:ext cx="950976" cy="20116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23744" y="2304288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56432" y="2286000"/>
            <a:ext cx="950976" cy="20116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93008" y="2304288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25696" y="2286000"/>
            <a:ext cx="950976" cy="20116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62272" y="2304288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2487168"/>
            <a:ext cx="950976" cy="201168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" y="250545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17904" y="2487168"/>
            <a:ext cx="950976" cy="201168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54480" y="250545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87168" y="2487168"/>
            <a:ext cx="950976" cy="201168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23744" y="250545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56432" y="2487168"/>
            <a:ext cx="950976" cy="201168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93008" y="250545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25696" y="2487168"/>
            <a:ext cx="950976" cy="201168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62272" y="250545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23360" y="1234440"/>
            <a:ext cx="1371600" cy="292608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23360" y="12344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📥 Export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0" y="1097280"/>
            <a:ext cx="5303520" cy="2240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35040" y="1097280"/>
            <a:ext cx="53035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1234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8B5CF6"/>
                </a:solidFill>
              </a:rPr>
              <a:t>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1234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Procurement Report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15544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All PRs and POs with
status and supplier info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2057400"/>
            <a:ext cx="950976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54496" y="2084832"/>
            <a:ext cx="969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PR/PO No.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87184" y="2057400"/>
            <a:ext cx="950976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23760" y="2084832"/>
            <a:ext cx="969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Project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56448" y="2057400"/>
            <a:ext cx="950976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93024" y="2084832"/>
            <a:ext cx="969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Supplier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25712" y="2057400"/>
            <a:ext cx="950976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62288" y="2084832"/>
            <a:ext cx="969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Amount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94976" y="2057400"/>
            <a:ext cx="950976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131552" y="2084832"/>
            <a:ext cx="969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17920" y="2286000"/>
            <a:ext cx="950976" cy="20116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54496" y="2304288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87184" y="2286000"/>
            <a:ext cx="950976" cy="20116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23760" y="2304288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56448" y="2286000"/>
            <a:ext cx="950976" cy="20116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93024" y="2304288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25712" y="2286000"/>
            <a:ext cx="950976" cy="20116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62288" y="2304288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094976" y="2286000"/>
            <a:ext cx="950976" cy="20116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31552" y="2304288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17920" y="2487168"/>
            <a:ext cx="950976" cy="201168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54496" y="250545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187184" y="2487168"/>
            <a:ext cx="950976" cy="201168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223760" y="250545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56448" y="2487168"/>
            <a:ext cx="950976" cy="201168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193024" y="250545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25712" y="2487168"/>
            <a:ext cx="950976" cy="201168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62288" y="250545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094976" y="2487168"/>
            <a:ext cx="950976" cy="201168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131552" y="250545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692640" y="1234440"/>
            <a:ext cx="1371600" cy="292608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692640" y="12344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📥 Export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65760" y="3566160"/>
            <a:ext cx="5303520" cy="2240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65760" y="3566160"/>
            <a:ext cx="53035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48640" y="3703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0B981"/>
                </a:solidFill>
              </a:rPr>
              <a:t>📊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88720" y="3703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Project Report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88720" y="40233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Financial summary per
project with claims data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8640" y="4526280"/>
            <a:ext cx="950976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85216" y="4553712"/>
            <a:ext cx="969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Project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517904" y="4526280"/>
            <a:ext cx="950976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554480" y="4553712"/>
            <a:ext cx="969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Contract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487168" y="4526280"/>
            <a:ext cx="950976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523744" y="4553712"/>
            <a:ext cx="969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Claimed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456432" y="4526280"/>
            <a:ext cx="950976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493008" y="4553712"/>
            <a:ext cx="969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Collected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425696" y="4526280"/>
            <a:ext cx="950976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462272" y="4553712"/>
            <a:ext cx="969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48640" y="4754880"/>
            <a:ext cx="950976" cy="20116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85216" y="4773168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517904" y="4754880"/>
            <a:ext cx="950976" cy="20116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554480" y="4773168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487168" y="4754880"/>
            <a:ext cx="950976" cy="20116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523744" y="4773168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56432" y="4754880"/>
            <a:ext cx="950976" cy="20116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493008" y="4773168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425696" y="4754880"/>
            <a:ext cx="950976" cy="20116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462272" y="4773168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48640" y="4956048"/>
            <a:ext cx="950976" cy="201168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85216" y="497433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517904" y="4956048"/>
            <a:ext cx="950976" cy="201168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554480" y="497433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487168" y="4956048"/>
            <a:ext cx="950976" cy="201168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523744" y="497433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456432" y="4956048"/>
            <a:ext cx="950976" cy="201168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493008" y="497433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425696" y="4956048"/>
            <a:ext cx="950976" cy="201168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462272" y="497433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023360" y="3703320"/>
            <a:ext cx="1371600" cy="292608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023360" y="37033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📥 Export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035040" y="3566160"/>
            <a:ext cx="5303520" cy="2240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035040" y="3566160"/>
            <a:ext cx="53035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217920" y="3703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59E0B"/>
                </a:solidFill>
              </a:rPr>
              <a:t>📋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858000" y="3703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Dashboard Export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58000" y="40233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Multi-sheet workbook:
PR list, PO list, Summary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217920" y="4526280"/>
            <a:ext cx="950976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254496" y="4553712"/>
            <a:ext cx="969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Sheet 1: PRs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187184" y="4526280"/>
            <a:ext cx="950976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223760" y="4553712"/>
            <a:ext cx="969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Sheet 2: POs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156448" y="4526280"/>
            <a:ext cx="950976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193024" y="4553712"/>
            <a:ext cx="969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Sheet 3: Summary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217920" y="4754880"/>
            <a:ext cx="950976" cy="20116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254496" y="4773168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187184" y="4754880"/>
            <a:ext cx="950976" cy="20116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23760" y="4773168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156448" y="4754880"/>
            <a:ext cx="950976" cy="20116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193024" y="4773168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217920" y="4956048"/>
            <a:ext cx="950976" cy="201168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254496" y="497433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187184" y="4956048"/>
            <a:ext cx="950976" cy="201168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223760" y="497433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156448" y="4956048"/>
            <a:ext cx="950976" cy="201168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193024" y="497433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94A3B8"/>
                </a:solidFill>
              </a:rPr>
              <a:t>—  —  —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9692640" y="3703320"/>
            <a:ext cx="1371600" cy="292608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692640" y="37033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📥 Export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Change Password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669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Update your account password securely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InventoryOpz  •  Bond Build SG  •  User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83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14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14400"/>
            <a:ext cx="12188952" cy="5650992"/>
          </a:xfrm>
          <a:prstGeom prst="rect">
            <a:avLst/>
          </a:prstGeom>
          <a:solidFill>
            <a:srgbClr val="06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1280160"/>
            <a:ext cx="5212080" cy="5029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280160"/>
            <a:ext cx="52120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3898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🔑  Change Password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78308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Update your account password below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1945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Current Password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2450592"/>
            <a:ext cx="4572000" cy="384048"/>
          </a:xfrm>
          <a:prstGeom prst="roundRect">
            <a:avLst>
              <a:gd name="adj" fmla="val 5000"/>
            </a:avLst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248716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••••••••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291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New Password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547872"/>
            <a:ext cx="4572000" cy="384048"/>
          </a:xfrm>
          <a:prstGeom prst="roundRect">
            <a:avLst>
              <a:gd name="adj" fmla="val 5000"/>
            </a:avLst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358444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At least 8 characters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4389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Confirm New Password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4645152"/>
            <a:ext cx="4572000" cy="384048"/>
          </a:xfrm>
          <a:prstGeom prst="roundRect">
            <a:avLst>
              <a:gd name="adj" fmla="val 5000"/>
            </a:avLst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468172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Must match New Password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498348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Password Strength: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4760" y="5212080"/>
            <a:ext cx="82296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09160" y="5212080"/>
            <a:ext cx="82296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5212080"/>
            <a:ext cx="82296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37960" y="5212080"/>
            <a:ext cx="82296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52360" y="5212080"/>
            <a:ext cx="822960" cy="10972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519379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0B981"/>
                </a:solidFill>
              </a:rPr>
              <a:t>Strong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94760" y="5742432"/>
            <a:ext cx="4572000" cy="41148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94760" y="57424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Update Password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2286000"/>
            <a:ext cx="2011680" cy="777240"/>
          </a:xfrm>
          <a:prstGeom prst="roundRect">
            <a:avLst>
              <a:gd name="adj" fmla="val 5000"/>
            </a:avLst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2286000"/>
            <a:ext cx="36576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340864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All users can
change their own
password anytime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3657600"/>
            <a:ext cx="2011680" cy="777240"/>
          </a:xfrm>
          <a:prstGeom prst="roundRect">
            <a:avLst>
              <a:gd name="adj" fmla="val 5000"/>
            </a:avLst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3657600"/>
            <a:ext cx="36576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712464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Admin can reset
any user's password
via User Management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61120" y="2286000"/>
            <a:ext cx="2011680" cy="777240"/>
          </a:xfrm>
          <a:prstGeom prst="roundRect">
            <a:avLst>
              <a:gd name="adj" fmla="val 5000"/>
            </a:avLst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61120" y="2286000"/>
            <a:ext cx="36576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0" y="2340864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Session stays
active after
password change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61120" y="3657600"/>
            <a:ext cx="2011680" cy="777240"/>
          </a:xfrm>
          <a:prstGeom prst="roundRect">
            <a:avLst>
              <a:gd name="adj" fmla="val 5000"/>
            </a:avLst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61120" y="3657600"/>
            <a:ext cx="36576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52560" y="3712464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Use a strong
password:
8+ chars, mixed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Quick Reference —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669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Key workflows, status codes and tips for daily 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InventoryOpz  •  Bond Build SG  •  User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83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15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05840"/>
            <a:ext cx="3749039" cy="5486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3749039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🔁  Key Workflows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463040"/>
            <a:ext cx="3566159" cy="530352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463040"/>
            <a:ext cx="36576" cy="5303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490472"/>
            <a:ext cx="342899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Login → Home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719072"/>
            <a:ext cx="34289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Open browser → Enter email &amp; password → Sign 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048256"/>
            <a:ext cx="3566159" cy="530352"/>
          </a:xfrm>
          <a:prstGeom prst="rect">
            <a:avLst/>
          </a:prstGeom>
          <a:solidFill>
            <a:srgbClr val="1A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048256"/>
            <a:ext cx="36576" cy="5303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075688"/>
            <a:ext cx="342899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Add Stock Item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304288"/>
            <a:ext cx="34289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Stock page → + Add Item → Fill form → Save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633472"/>
            <a:ext cx="3566159" cy="530352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2633472"/>
            <a:ext cx="36576" cy="5303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660904"/>
            <a:ext cx="342899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Create PR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889504"/>
            <a:ext cx="34289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Procurement → Purchase Requests → + New PR → Add items → Submit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218688"/>
            <a:ext cx="3566159" cy="530352"/>
          </a:xfrm>
          <a:prstGeom prst="rect">
            <a:avLst/>
          </a:prstGeom>
          <a:solidFill>
            <a:srgbClr val="1A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3218688"/>
            <a:ext cx="36576" cy="5303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246120"/>
            <a:ext cx="342899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Approve PR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474720"/>
            <a:ext cx="34289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Procurement → Open PR → Review → Approve / Send 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803904"/>
            <a:ext cx="3566159" cy="530352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3803904"/>
            <a:ext cx="36576" cy="5303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831336"/>
            <a:ext cx="342899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Create 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059936"/>
            <a:ext cx="34289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Open Approved PR → Raise PO → Select supplier → Confirm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389120"/>
            <a:ext cx="3566159" cy="530352"/>
          </a:xfrm>
          <a:prstGeom prst="rect">
            <a:avLst/>
          </a:prstGeom>
          <a:solidFill>
            <a:srgbClr val="1A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4389120"/>
            <a:ext cx="36576" cy="5303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416552"/>
            <a:ext cx="342899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Export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645152"/>
            <a:ext cx="34289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Any page → Export Excel button → File downloads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4974336"/>
            <a:ext cx="3566159" cy="530352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4974336"/>
            <a:ext cx="36576" cy="5303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001768"/>
            <a:ext cx="342899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Change Password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230368"/>
            <a:ext cx="34289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Top menu → Change Password → Fill form → Update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5559552"/>
            <a:ext cx="3566159" cy="530352"/>
          </a:xfrm>
          <a:prstGeom prst="rect">
            <a:avLst/>
          </a:prstGeom>
          <a:solidFill>
            <a:srgbClr val="1A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" y="5559552"/>
            <a:ext cx="36576" cy="5303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586984"/>
            <a:ext cx="342899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Add User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815584"/>
            <a:ext cx="34289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User Management → + Add User → Fill details → Assign Role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33671" y="1005840"/>
            <a:ext cx="3749039" cy="5486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33671" y="1005840"/>
            <a:ext cx="3749039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70831" y="1097280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🏷  Status Reference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25111" y="1463040"/>
            <a:ext cx="3566159" cy="530352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25111" y="1463040"/>
            <a:ext cx="36576" cy="5303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16551" y="1490472"/>
            <a:ext cx="342899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PR: PENDING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16551" y="1719072"/>
            <a:ext cx="34289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Awaiting manager review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25111" y="2048256"/>
            <a:ext cx="3566159" cy="530352"/>
          </a:xfrm>
          <a:prstGeom prst="rect">
            <a:avLst/>
          </a:prstGeom>
          <a:solidFill>
            <a:srgbClr val="1A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25111" y="2048256"/>
            <a:ext cx="36576" cy="5303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16551" y="2075688"/>
            <a:ext cx="342899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PR: APPROVED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16551" y="2304288"/>
            <a:ext cx="34289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Ready for PO creation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25111" y="2633472"/>
            <a:ext cx="3566159" cy="530352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325111" y="2633472"/>
            <a:ext cx="36576" cy="5303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16551" y="2660904"/>
            <a:ext cx="342899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PR: REJECTED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16551" y="2889504"/>
            <a:ext cx="34289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Request declined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25111" y="3218688"/>
            <a:ext cx="3566159" cy="530352"/>
          </a:xfrm>
          <a:prstGeom prst="rect">
            <a:avLst/>
          </a:prstGeom>
          <a:solidFill>
            <a:srgbClr val="1A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25111" y="3218688"/>
            <a:ext cx="36576" cy="5303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16551" y="3246120"/>
            <a:ext cx="342899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PR: SEND_BACK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16551" y="3474720"/>
            <a:ext cx="34289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Returned for editing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25111" y="3803904"/>
            <a:ext cx="3566159" cy="530352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325111" y="3803904"/>
            <a:ext cx="36576" cy="5303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16551" y="3831336"/>
            <a:ext cx="342899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PR: PO_RAISED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16551" y="4059936"/>
            <a:ext cx="34289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PO has been raised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25111" y="4389120"/>
            <a:ext cx="3566159" cy="530352"/>
          </a:xfrm>
          <a:prstGeom prst="rect">
            <a:avLst/>
          </a:prstGeom>
          <a:solidFill>
            <a:srgbClr val="1A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325111" y="4389120"/>
            <a:ext cx="36576" cy="5303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416551" y="4416552"/>
            <a:ext cx="342899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PO: OPEN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16551" y="4645152"/>
            <a:ext cx="34289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PO active, awaiting delivery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25111" y="4974336"/>
            <a:ext cx="3566159" cy="530352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325111" y="4974336"/>
            <a:ext cx="36576" cy="5303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16551" y="5001768"/>
            <a:ext cx="342899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PO: CLOSED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16551" y="5230368"/>
            <a:ext cx="34289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All items received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25111" y="5559552"/>
            <a:ext cx="3566159" cy="530352"/>
          </a:xfrm>
          <a:prstGeom prst="rect">
            <a:avLst/>
          </a:prstGeom>
          <a:solidFill>
            <a:srgbClr val="1A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325111" y="5559552"/>
            <a:ext cx="36576" cy="5303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416551" y="5586984"/>
            <a:ext cx="342899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Stock: LOW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16551" y="5815584"/>
            <a:ext cx="34289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Below minimum threshold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147302" y="1005840"/>
            <a:ext cx="3749039" cy="5486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147302" y="1005840"/>
            <a:ext cx="3749039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84462" y="1097280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💡  Tips &amp; Roles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38742" y="1463040"/>
            <a:ext cx="3566159" cy="530352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238742" y="1463040"/>
            <a:ext cx="36576" cy="5303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330182" y="1490472"/>
            <a:ext cx="342899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30182" y="1719072"/>
            <a:ext cx="34289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Full access — all modules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38742" y="2048256"/>
            <a:ext cx="3566159" cy="530352"/>
          </a:xfrm>
          <a:prstGeom prst="rect">
            <a:avLst/>
          </a:prstGeom>
          <a:solidFill>
            <a:srgbClr val="1A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238742" y="2048256"/>
            <a:ext cx="36576" cy="5303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330182" y="2075688"/>
            <a:ext cx="342899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Manager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330182" y="2304288"/>
            <a:ext cx="34289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Approve PRs, view all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38742" y="2633472"/>
            <a:ext cx="3566159" cy="530352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38742" y="2633472"/>
            <a:ext cx="36576" cy="5303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330182" y="2660904"/>
            <a:ext cx="342899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Purchaser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30182" y="2889504"/>
            <a:ext cx="34289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Create &amp; manage POs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238742" y="3218688"/>
            <a:ext cx="3566159" cy="530352"/>
          </a:xfrm>
          <a:prstGeom prst="rect">
            <a:avLst/>
          </a:prstGeom>
          <a:solidFill>
            <a:srgbClr val="1A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238742" y="3218688"/>
            <a:ext cx="36576" cy="5303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330182" y="3246120"/>
            <a:ext cx="342899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Drafter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330182" y="3474720"/>
            <a:ext cx="34289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Create PRs only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238742" y="3803904"/>
            <a:ext cx="3566159" cy="530352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238742" y="3803904"/>
            <a:ext cx="36576" cy="5303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330182" y="3831336"/>
            <a:ext cx="342899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Supervisor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330182" y="4059936"/>
            <a:ext cx="34289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Create PRs, view stock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238742" y="4389120"/>
            <a:ext cx="3566159" cy="530352"/>
          </a:xfrm>
          <a:prstGeom prst="rect">
            <a:avLst/>
          </a:prstGeom>
          <a:solidFill>
            <a:srgbClr val="1A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238742" y="4389120"/>
            <a:ext cx="36576" cy="5303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330182" y="4416552"/>
            <a:ext cx="342899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QS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330182" y="4645152"/>
            <a:ext cx="34289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View financials &amp; reports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238742" y="4974336"/>
            <a:ext cx="3566159" cy="530352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238742" y="4974336"/>
            <a:ext cx="36576" cy="5303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330182" y="5001768"/>
            <a:ext cx="342899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Factory IC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330182" y="5230368"/>
            <a:ext cx="34289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Manage stock items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238742" y="5559552"/>
            <a:ext cx="3566159" cy="530352"/>
          </a:xfrm>
          <a:prstGeom prst="rect">
            <a:avLst/>
          </a:prstGeom>
          <a:solidFill>
            <a:srgbClr val="1A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238742" y="5559552"/>
            <a:ext cx="36576" cy="5303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330182" y="5586984"/>
            <a:ext cx="342899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Tip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330182" y="5815584"/>
            <a:ext cx="34289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Export Excel = multi-sheet
workbook with filters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